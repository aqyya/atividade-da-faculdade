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02" y="28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2330000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Dark patterns em apostas online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661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</a:t>
            </a: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 Renata Costa, Me</a:t>
            </a:r>
          </a:p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Andrea Ono, </a:t>
            </a:r>
            <a:r>
              <a:rPr lang="pt-BR" altLang="pt-BR" sz="1200" b="1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Dr</a:t>
            </a:r>
            <a:endParaRPr lang="pt-BR" altLang="pt-BR" sz="1200" b="1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Arthur Gomes de Jesus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Alan Silva Araujo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Guilherme Arcanjo Barra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0000" y="6026521"/>
            <a:ext cx="3450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2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ANÁLISE E DESENV. DE SISTEMAS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4999" y="3622457"/>
            <a:ext cx="36576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Dark patterns. Apostas online. Design ético.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Problemática: que decisões de design e de implementação favorecem o jogo compulsivo, e qual a responsabilidade de quem desenvolve?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Justificativa: faltam estudos sobre o mercado brasileiro; cada recurso discutido é uma decisão escrita em código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Objetivo geral: analisar, com base em três estudos recentes, como práticas de interface e mecânicas de reforço podem ser lidas como escolhas de desenvolvimento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Objetivos específicos: identificar padrões de interface recorrentes; descrever o efeito da quase-vitória; discutir caminhos de design ético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Revisão bibliográfica narrativa, de abordagem qualitativa e natureza teórica, sem procedimentos práticos. Busca na web em outubro de 2026 (PubMed Central, Wiley Online Library e APA). Critérios: artigos de 2021 a 2026, revisados por pares, sobre apostas online. Três artigos selecionados e agrupados em dois eixos.</a:t>
            </a:r>
            <a:endParaRPr lang="pt-BR" sz="18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Revisão de escopo de dark patterns em apostas online (16 estudos): McGarrigle et al. (2026)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Padrão mais frequente: valores pré-definidos que favorecem a operadora: McGarrigle et al. (2026)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Sludge, dark patterns e dark nudges como conceitos distintos: Newall (2025)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Auditorias: cerca de 70% dos sites sugeriam apostas acima do mínimo: Newall (2025)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Limite: dados internos das operadoras não são acessíveis: McGarrigle et al. (2026)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Quase-vitória em simulador online de caça-níquel: Palmer, Ferrari e Clark (2024)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Mais vontade de continuar, jogo mais rápido e aposta maior: Palmer, Ferrari e Clark (2024)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Frequência de quase-acertos definida pelos pesquisadores; em jogo real, escolha de quem programa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Resultado inesperado: quase-acerto avaliado como positivo; mecanismo ainda incerto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Lacuna: nenhum dos três estudos trata de plataformas brasileiras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Recorrentes: valores pré-definidos, fricção para sacar, urgência e quase-vitória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Todos dependem de decisões de implementação, tomadas por quem desenvolve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Proposta do grupo: valores iniciais neutros e saque tão simples quanto o depósito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Limites: três artigos, busca não sistemática e nenhum estudo sobre o Brasil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Próximos passos: analisar plataformas tipo Tigrinho com material público e ensinar design ético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MCGARRIGLE, J. et al. Dark patterns in online gambling: a scoping review and classification of deceptive design practices. Journal of Behavioral Addictions, v. 15, n. 1, p. 99-114, 2026. DOI: 10.1556/2006.2025.00096.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NEWALL, P. Sludge, dark patterns and dark nudges: a taxonomy of online gambling platforms' deceptive design features. Addiction, 2025. DOI: 10.1111/add.70085.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PALMER, L.; FERRARI, M. A.; CLARK, L. The near-miss effect in online slot machine gambling: a series of conceptual replications. Psychology of Addictive Behaviors, 2024. DOI: 10.1037/adb0000999.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“Obrigado pela atenção!</a:t>
            </a:r>
          </a:p>
          <a:p>
            <a:pPr algn="ctr" eaLnBrk="1" hangingPunct="1"/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Dúvidas e comentários são bem-vindos”</a:t>
            </a:r>
            <a:endParaRPr lang="pt-BR" altLang="pt-BR" sz="3200" dirty="0">
              <a:solidFill>
                <a:srgbClr val="002D55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887</TotalTime>
  <Words>201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Renata Costa</cp:lastModifiedBy>
  <cp:revision>21</cp:revision>
  <dcterms:created xsi:type="dcterms:W3CDTF">2021-05-14T17:32:15Z</dcterms:created>
  <dcterms:modified xsi:type="dcterms:W3CDTF">2026-10-15T20:52:15Z</dcterms:modified>
</cp:coreProperties>
</file>